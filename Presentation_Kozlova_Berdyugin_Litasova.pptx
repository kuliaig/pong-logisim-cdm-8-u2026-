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3" r:id="rId4"/>
    <p:sldId id="271" r:id="rId5"/>
    <p:sldId id="264" r:id="rId6"/>
    <p:sldId id="262" r:id="rId7"/>
    <p:sldId id="265" r:id="rId8"/>
    <p:sldId id="257" r:id="rId9"/>
    <p:sldId id="268" r:id="rId10"/>
    <p:sldId id="269" r:id="rId11"/>
    <p:sldId id="270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28" autoAdjust="0"/>
    <p:restoredTop sz="95918" autoAdjust="0"/>
  </p:normalViewPr>
  <p:slideViewPr>
    <p:cSldViewPr snapToGrid="0">
      <p:cViewPr varScale="1">
        <p:scale>
          <a:sx n="60" d="100"/>
          <a:sy n="60" d="100"/>
        </p:scale>
        <p:origin x="76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7A4C6-1C85-4746-A547-6DE84074257E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C4EF2-203D-42EC-83C2-69904010B0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289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C4EF2-203D-42EC-83C2-69904010B0C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892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005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58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97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60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38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8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00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55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70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488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915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75E58-B38C-4240-BE43-7218870E1F3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C80B5-0E79-4069-94D3-90C4A5B68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03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game of tennis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Created by </a:t>
            </a:r>
            <a:r>
              <a:rPr lang="en-US" dirty="0" err="1" smtClean="0"/>
              <a:t>Kozlova</a:t>
            </a:r>
            <a:r>
              <a:rPr lang="en-US" dirty="0" smtClean="0"/>
              <a:t> </a:t>
            </a:r>
            <a:r>
              <a:rPr lang="en-US" dirty="0" err="1" smtClean="0"/>
              <a:t>Ulyana</a:t>
            </a:r>
            <a:r>
              <a:rPr lang="en-US" dirty="0" smtClean="0"/>
              <a:t>, </a:t>
            </a:r>
            <a:r>
              <a:rPr lang="en-US" dirty="0" err="1" smtClean="0"/>
              <a:t>Berdyugin</a:t>
            </a:r>
            <a:r>
              <a:rPr lang="en-US" dirty="0" smtClean="0"/>
              <a:t> Mikhail, </a:t>
            </a:r>
            <a:r>
              <a:rPr lang="en-US" dirty="0" err="1" smtClean="0"/>
              <a:t>Litasova</a:t>
            </a:r>
            <a:r>
              <a:rPr lang="en-US" dirty="0" smtClean="0"/>
              <a:t> Anna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538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0322" y="225016"/>
            <a:ext cx="4721942" cy="64514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System architecture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9652" y="1092456"/>
            <a:ext cx="6640458" cy="529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5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/>
          <p:cNvSpPr txBox="1">
            <a:spLocks/>
          </p:cNvSpPr>
          <p:nvPr/>
        </p:nvSpPr>
        <p:spPr>
          <a:xfrm>
            <a:off x="1128409" y="39212"/>
            <a:ext cx="1354150" cy="522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000" b="1" dirty="0"/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7704501" y="3632083"/>
            <a:ext cx="2199350" cy="886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924609" y="312358"/>
            <a:ext cx="1746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+mj-lt"/>
              </a:rPr>
              <a:t>Diffusion</a:t>
            </a:r>
            <a:endParaRPr lang="ru-RU" sz="3200" b="1" dirty="0">
              <a:latin typeface="+mj-lt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47" y="1817702"/>
            <a:ext cx="4967162" cy="33608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51149" y="1378701"/>
            <a:ext cx="2237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+mj-lt"/>
              </a:rPr>
              <a:t>Subcircuit</a:t>
            </a:r>
            <a:r>
              <a:rPr lang="en-US" sz="2000" b="1" dirty="0" smtClean="0">
                <a:latin typeface="+mj-lt"/>
              </a:rPr>
              <a:t> “</a:t>
            </a:r>
            <a:r>
              <a:rPr lang="en-US" sz="2000" b="1" dirty="0" err="1" smtClean="0">
                <a:latin typeface="+mj-lt"/>
              </a:rPr>
              <a:t>Dif</a:t>
            </a:r>
            <a:r>
              <a:rPr lang="en-US" sz="2000" b="1" dirty="0" smtClean="0">
                <a:latin typeface="+mj-lt"/>
              </a:rPr>
              <a:t>”</a:t>
            </a:r>
            <a:r>
              <a:rPr lang="en-US" b="1" dirty="0"/>
              <a:t>	</a:t>
            </a:r>
            <a:endParaRPr lang="ru-RU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600288" y="1378701"/>
            <a:ext cx="2640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+mj-lt"/>
              </a:rPr>
              <a:t>VY speed control path</a:t>
            </a:r>
            <a:r>
              <a:rPr lang="en-US" sz="2000" b="1" dirty="0"/>
              <a:t>	</a:t>
            </a:r>
            <a:endParaRPr lang="ru-RU" sz="20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061" y="2086587"/>
            <a:ext cx="5442230" cy="31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9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42" y="1983648"/>
            <a:ext cx="3614056" cy="2721363"/>
          </a:xfrm>
          <a:prstGeom prst="rect">
            <a:avLst/>
          </a:prstGeom>
        </p:spPr>
      </p:pic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722223" y="220209"/>
            <a:ext cx="2226828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BatReflectVy</a:t>
            </a:r>
            <a:endParaRPr lang="ru-RU" sz="3200" b="1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9951" y="1480458"/>
            <a:ext cx="2237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+mj-lt"/>
              </a:rPr>
              <a:t>Subcircuit</a:t>
            </a:r>
            <a:r>
              <a:rPr lang="en-US" sz="2000" b="1" dirty="0" smtClean="0">
                <a:latin typeface="+mj-lt"/>
              </a:rPr>
              <a:t> “</a:t>
            </a:r>
            <a:r>
              <a:rPr lang="en-US" sz="2000" b="1" dirty="0" err="1" smtClean="0">
                <a:latin typeface="+mj-lt"/>
              </a:rPr>
              <a:t>BatRefl</a:t>
            </a:r>
            <a:r>
              <a:rPr lang="en-US" sz="2000" b="1" dirty="0" smtClean="0">
                <a:latin typeface="+mj-lt"/>
              </a:rPr>
              <a:t>”</a:t>
            </a:r>
            <a:r>
              <a:rPr lang="en-US" sz="2000" b="1" dirty="0"/>
              <a:t>	</a:t>
            </a:r>
            <a:endParaRPr lang="ru-RU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180339" y="888536"/>
            <a:ext cx="25819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+mj-lt"/>
              </a:rPr>
              <a:t>VY speed control path</a:t>
            </a:r>
            <a:r>
              <a:rPr lang="en-US" sz="2000" b="1" dirty="0"/>
              <a:t>	</a:t>
            </a:r>
            <a:endParaRPr lang="ru-RU" sz="20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178" y="1379839"/>
            <a:ext cx="6464104" cy="508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0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17956" y="240733"/>
            <a:ext cx="1119034" cy="588759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Bats</a:t>
            </a:r>
            <a:endParaRPr lang="ru-RU" sz="32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48" y="1631909"/>
            <a:ext cx="5453773" cy="376893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473" y="1631909"/>
            <a:ext cx="5924107" cy="4232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7263" y="1177528"/>
            <a:ext cx="3078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+mj-lt"/>
              </a:rPr>
              <a:t>Subcircuit</a:t>
            </a:r>
            <a:r>
              <a:rPr lang="en-US" sz="2000" b="1" dirty="0" smtClean="0">
                <a:latin typeface="+mj-lt"/>
              </a:rPr>
              <a:t> “Bats correction”</a:t>
            </a:r>
            <a:r>
              <a:rPr lang="en-US" sz="2000" b="1" dirty="0"/>
              <a:t>	</a:t>
            </a:r>
            <a:endParaRPr lang="ru-RU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769522" y="1179314"/>
            <a:ext cx="2857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+mj-lt"/>
              </a:rPr>
              <a:t>VX speed control path</a:t>
            </a:r>
            <a:r>
              <a:rPr lang="en-US" sz="2000" b="1" dirty="0"/>
              <a:t>	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92796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28708" y="241264"/>
            <a:ext cx="4943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+mj-lt"/>
              </a:rPr>
              <a:t>Displaying the mode/result on the screen</a:t>
            </a:r>
            <a:endParaRPr lang="ru-RU" sz="2000" b="1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84846" y="538465"/>
            <a:ext cx="1526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+mj-lt"/>
              </a:rPr>
              <a:t>Binaryto3Dig</a:t>
            </a:r>
            <a:endParaRPr lang="ru-RU" sz="2000" b="1" dirty="0">
              <a:latin typeface="+mj-lt"/>
            </a:endParaRPr>
          </a:p>
        </p:txBody>
      </p:sp>
      <p:pic>
        <p:nvPicPr>
          <p:cNvPr id="13" name="Объект 1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14" y="641374"/>
            <a:ext cx="5091650" cy="5903916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974" y="988866"/>
            <a:ext cx="5434003" cy="180591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990" y="3436821"/>
            <a:ext cx="5407987" cy="27124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8049048" y="3034184"/>
            <a:ext cx="99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BCDstep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021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9956" y="242987"/>
            <a:ext cx="1568213" cy="2120031"/>
          </a:xfrm>
        </p:spPr>
        <p:txBody>
          <a:bodyPr>
            <a:noAutofit/>
          </a:bodyPr>
          <a:lstStyle/>
          <a:p>
            <a:r>
              <a:rPr lang="en-US" sz="13000" b="1" dirty="0" smtClean="0"/>
              <a:t>AI</a:t>
            </a:r>
            <a:endParaRPr lang="ru-RU" sz="130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40" y="576285"/>
            <a:ext cx="9337546" cy="61471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3421" y="75347"/>
            <a:ext cx="1517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+mj-lt"/>
              </a:rPr>
              <a:t>Process</a:t>
            </a:r>
            <a:endParaRPr lang="ru-RU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622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9146" y="422709"/>
            <a:ext cx="2524432" cy="608269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AI</a:t>
            </a:r>
            <a:r>
              <a:rPr lang="en-US" sz="3600" dirty="0" smtClean="0"/>
              <a:t> </a:t>
            </a:r>
            <a:r>
              <a:rPr lang="en-US" sz="3600" b="1" dirty="0" smtClean="0"/>
              <a:t>algorithm</a:t>
            </a:r>
            <a:endParaRPr lang="ru-RU" sz="3600" b="1" dirty="0"/>
          </a:p>
        </p:txBody>
      </p:sp>
      <p:sp>
        <p:nvSpPr>
          <p:cNvPr id="4" name="Овал 3"/>
          <p:cNvSpPr/>
          <p:nvPr/>
        </p:nvSpPr>
        <p:spPr>
          <a:xfrm>
            <a:off x="6962209" y="422709"/>
            <a:ext cx="591234" cy="3029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Start</a:t>
            </a:r>
            <a:endParaRPr lang="ru-RU" sz="900" dirty="0"/>
          </a:p>
        </p:txBody>
      </p:sp>
      <p:cxnSp>
        <p:nvCxnSpPr>
          <p:cNvPr id="6" name="Прямая со стрелкой 5"/>
          <p:cNvCxnSpPr>
            <a:stCxn id="4" idx="4"/>
            <a:endCxn id="103" idx="0"/>
          </p:cNvCxnSpPr>
          <p:nvPr/>
        </p:nvCxnSpPr>
        <p:spPr>
          <a:xfrm>
            <a:off x="7257826" y="725703"/>
            <a:ext cx="1" cy="154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Ромб 8"/>
          <p:cNvSpPr/>
          <p:nvPr/>
        </p:nvSpPr>
        <p:spPr>
          <a:xfrm>
            <a:off x="6502665" y="1746076"/>
            <a:ext cx="1498466" cy="53230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|</a:t>
            </a:r>
            <a:r>
              <a:rPr lang="en-US" sz="900" dirty="0" err="1" smtClean="0"/>
              <a:t>vy</a:t>
            </a:r>
            <a:r>
              <a:rPr lang="en-US" sz="900" dirty="0" smtClean="0"/>
              <a:t>| == </a:t>
            </a:r>
            <a:r>
              <a:rPr lang="en-US" sz="900" dirty="0" err="1" smtClean="0"/>
              <a:t>vx</a:t>
            </a:r>
            <a:r>
              <a:rPr lang="en-US" sz="900" dirty="0"/>
              <a:t>?</a:t>
            </a:r>
            <a:endParaRPr lang="ru-RU" sz="900" dirty="0"/>
          </a:p>
        </p:txBody>
      </p:sp>
      <p:cxnSp>
        <p:nvCxnSpPr>
          <p:cNvPr id="19" name="Соединительная линия уступом 18"/>
          <p:cNvCxnSpPr>
            <a:stCxn id="9" idx="1"/>
            <a:endCxn id="83" idx="0"/>
          </p:cNvCxnSpPr>
          <p:nvPr/>
        </p:nvCxnSpPr>
        <p:spPr>
          <a:xfrm rot="10800000" flipH="1" flipV="1">
            <a:off x="6502665" y="2012231"/>
            <a:ext cx="748888" cy="2177458"/>
          </a:xfrm>
          <a:prstGeom prst="bentConnector4">
            <a:avLst>
              <a:gd name="adj1" fmla="val -30525"/>
              <a:gd name="adj2" fmla="val 9170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19897" y="2260326"/>
            <a:ext cx="425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No</a:t>
            </a:r>
            <a:endParaRPr lang="ru-RU" sz="1000" b="1" dirty="0"/>
          </a:p>
        </p:txBody>
      </p:sp>
      <p:cxnSp>
        <p:nvCxnSpPr>
          <p:cNvPr id="27" name="Соединительная линия уступом 26"/>
          <p:cNvCxnSpPr/>
          <p:nvPr/>
        </p:nvCxnSpPr>
        <p:spPr>
          <a:xfrm rot="5400000">
            <a:off x="7124579" y="2405362"/>
            <a:ext cx="254295" cy="3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22723" y="1819536"/>
            <a:ext cx="601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Yes</a:t>
            </a:r>
            <a:endParaRPr lang="ru-RU" sz="1000" b="1" dirty="0"/>
          </a:p>
        </p:txBody>
      </p:sp>
      <p:cxnSp>
        <p:nvCxnSpPr>
          <p:cNvPr id="66" name="Прямая со стрелкой 65"/>
          <p:cNvCxnSpPr>
            <a:stCxn id="103" idx="2"/>
            <a:endCxn id="110" idx="0"/>
          </p:cNvCxnSpPr>
          <p:nvPr/>
        </p:nvCxnSpPr>
        <p:spPr>
          <a:xfrm>
            <a:off x="7257827" y="1172690"/>
            <a:ext cx="0" cy="137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Скругленный прямоугольник 84"/>
          <p:cNvSpPr/>
          <p:nvPr/>
        </p:nvSpPr>
        <p:spPr>
          <a:xfrm>
            <a:off x="8312866" y="2786377"/>
            <a:ext cx="1229945" cy="3307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Calculate coordinates of hit, put it to x, y; </a:t>
            </a:r>
            <a:r>
              <a:rPr lang="en-US" sz="800" dirty="0" err="1" smtClean="0"/>
              <a:t>vy</a:t>
            </a:r>
            <a:r>
              <a:rPr lang="en-US" sz="800" dirty="0" smtClean="0"/>
              <a:t> = 3</a:t>
            </a:r>
            <a:endParaRPr lang="ru-RU" sz="800" dirty="0"/>
          </a:p>
        </p:txBody>
      </p:sp>
      <p:sp>
        <p:nvSpPr>
          <p:cNvPr id="83" name="Ромб 82"/>
          <p:cNvSpPr/>
          <p:nvPr/>
        </p:nvSpPr>
        <p:spPr>
          <a:xfrm>
            <a:off x="6564231" y="4189689"/>
            <a:ext cx="1374644" cy="33853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 smtClean="0"/>
              <a:t>vy</a:t>
            </a:r>
            <a:r>
              <a:rPr lang="en-US" sz="900" dirty="0" smtClean="0"/>
              <a:t> &gt; 0</a:t>
            </a:r>
            <a:endParaRPr lang="ru-RU" sz="900" dirty="0"/>
          </a:p>
        </p:txBody>
      </p:sp>
      <p:cxnSp>
        <p:nvCxnSpPr>
          <p:cNvPr id="106" name="Соединительная линия уступом 105"/>
          <p:cNvCxnSpPr>
            <a:stCxn id="83" idx="3"/>
            <a:endCxn id="274" idx="1"/>
          </p:cNvCxnSpPr>
          <p:nvPr/>
        </p:nvCxnSpPr>
        <p:spPr>
          <a:xfrm flipV="1">
            <a:off x="7938875" y="4355082"/>
            <a:ext cx="373991" cy="3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Соединительная линия уступом 108"/>
          <p:cNvCxnSpPr>
            <a:stCxn id="83" idx="1"/>
            <a:endCxn id="163" idx="3"/>
          </p:cNvCxnSpPr>
          <p:nvPr/>
        </p:nvCxnSpPr>
        <p:spPr>
          <a:xfrm rot="10800000">
            <a:off x="6195409" y="4356821"/>
            <a:ext cx="368822" cy="21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897464" y="4146337"/>
            <a:ext cx="601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Yes</a:t>
            </a:r>
            <a:endParaRPr lang="ru-RU" sz="1000" b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6278270" y="4136163"/>
            <a:ext cx="425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No</a:t>
            </a:r>
            <a:endParaRPr lang="ru-RU" sz="1000" b="1" dirty="0"/>
          </a:p>
        </p:txBody>
      </p:sp>
      <p:sp>
        <p:nvSpPr>
          <p:cNvPr id="163" name="Скругленный прямоугольник 162"/>
          <p:cNvSpPr/>
          <p:nvPr/>
        </p:nvSpPr>
        <p:spPr>
          <a:xfrm>
            <a:off x="5285394" y="4236535"/>
            <a:ext cx="910015" cy="2405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</a:t>
            </a:r>
            <a:r>
              <a:rPr lang="en-US" sz="800" dirty="0" smtClean="0"/>
              <a:t>es = y - res </a:t>
            </a:r>
          </a:p>
        </p:txBody>
      </p:sp>
      <p:sp>
        <p:nvSpPr>
          <p:cNvPr id="171" name="Ромб 170"/>
          <p:cNvSpPr/>
          <p:nvPr/>
        </p:nvSpPr>
        <p:spPr>
          <a:xfrm>
            <a:off x="6709334" y="4743244"/>
            <a:ext cx="1049264" cy="71226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older byte of res is odd? </a:t>
            </a:r>
            <a:endParaRPr lang="ru-RU" sz="900" dirty="0"/>
          </a:p>
        </p:txBody>
      </p:sp>
      <p:sp>
        <p:nvSpPr>
          <p:cNvPr id="274" name="Скругленный прямоугольник 273"/>
          <p:cNvSpPr/>
          <p:nvPr/>
        </p:nvSpPr>
        <p:spPr>
          <a:xfrm>
            <a:off x="8312866" y="4233248"/>
            <a:ext cx="959242" cy="2436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</a:t>
            </a:r>
            <a:r>
              <a:rPr lang="en-US" sz="800" dirty="0" smtClean="0"/>
              <a:t>es = y + res </a:t>
            </a:r>
            <a:endParaRPr lang="ru-RU" sz="800" dirty="0"/>
          </a:p>
        </p:txBody>
      </p:sp>
      <p:sp>
        <p:nvSpPr>
          <p:cNvPr id="103" name="Скругленный прямоугольник 102"/>
          <p:cNvSpPr/>
          <p:nvPr/>
        </p:nvSpPr>
        <p:spPr>
          <a:xfrm>
            <a:off x="6761344" y="880210"/>
            <a:ext cx="992965" cy="292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Get x, y, </a:t>
            </a:r>
            <a:r>
              <a:rPr lang="en-US" sz="800" dirty="0" err="1" smtClean="0"/>
              <a:t>vx</a:t>
            </a:r>
            <a:r>
              <a:rPr lang="en-US" sz="800" dirty="0" smtClean="0"/>
              <a:t>, </a:t>
            </a:r>
            <a:r>
              <a:rPr lang="en-US" sz="800" dirty="0" err="1" smtClean="0"/>
              <a:t>vy</a:t>
            </a:r>
            <a:endParaRPr lang="ru-RU" sz="800" dirty="0"/>
          </a:p>
        </p:txBody>
      </p:sp>
      <p:sp>
        <p:nvSpPr>
          <p:cNvPr id="110" name="Скругленный прямоугольник 109"/>
          <p:cNvSpPr/>
          <p:nvPr/>
        </p:nvSpPr>
        <p:spPr>
          <a:xfrm>
            <a:off x="6834352" y="1310577"/>
            <a:ext cx="846949" cy="292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Calculate |</a:t>
            </a:r>
            <a:r>
              <a:rPr lang="en-US" sz="800" dirty="0" err="1" smtClean="0"/>
              <a:t>vy</a:t>
            </a:r>
            <a:r>
              <a:rPr lang="en-US" sz="800" dirty="0" smtClean="0"/>
              <a:t>|,</a:t>
            </a:r>
          </a:p>
          <a:p>
            <a:pPr algn="ctr"/>
            <a:r>
              <a:rPr lang="en-US" sz="800" dirty="0" smtClean="0"/>
              <a:t> res = 224 - x</a:t>
            </a:r>
            <a:endParaRPr lang="ru-RU" sz="800" dirty="0"/>
          </a:p>
        </p:txBody>
      </p:sp>
      <p:cxnSp>
        <p:nvCxnSpPr>
          <p:cNvPr id="123" name="Прямая со стрелкой 122"/>
          <p:cNvCxnSpPr>
            <a:stCxn id="110" idx="2"/>
            <a:endCxn id="9" idx="0"/>
          </p:cNvCxnSpPr>
          <p:nvPr/>
        </p:nvCxnSpPr>
        <p:spPr>
          <a:xfrm flipH="1">
            <a:off x="7251898" y="1603057"/>
            <a:ext cx="5929" cy="143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Ромб 150"/>
          <p:cNvSpPr/>
          <p:nvPr/>
        </p:nvSpPr>
        <p:spPr>
          <a:xfrm>
            <a:off x="6611616" y="2532680"/>
            <a:ext cx="1279875" cy="8414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|</a:t>
            </a:r>
            <a:r>
              <a:rPr lang="en-US" sz="800" dirty="0" err="1" smtClean="0"/>
              <a:t>vy</a:t>
            </a:r>
            <a:r>
              <a:rPr lang="en-US" sz="800" dirty="0" smtClean="0"/>
              <a:t>| == 4 and hit is closer than bat??</a:t>
            </a:r>
            <a:endParaRPr lang="ru-RU" sz="800" dirty="0"/>
          </a:p>
        </p:txBody>
      </p:sp>
      <p:sp>
        <p:nvSpPr>
          <p:cNvPr id="167" name="Скругленный прямоугольник 166"/>
          <p:cNvSpPr/>
          <p:nvPr/>
        </p:nvSpPr>
        <p:spPr>
          <a:xfrm>
            <a:off x="6704080" y="3628396"/>
            <a:ext cx="1094946" cy="3202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</a:t>
            </a:r>
            <a:r>
              <a:rPr lang="en-US" sz="800" dirty="0" smtClean="0"/>
              <a:t>es = res * |</a:t>
            </a:r>
            <a:r>
              <a:rPr lang="en-US" sz="800" dirty="0" err="1" smtClean="0"/>
              <a:t>vy</a:t>
            </a:r>
            <a:r>
              <a:rPr lang="en-US" sz="800" dirty="0" smtClean="0"/>
              <a:t>| / </a:t>
            </a:r>
            <a:r>
              <a:rPr lang="en-US" sz="800" dirty="0" err="1" smtClean="0"/>
              <a:t>vx</a:t>
            </a:r>
            <a:endParaRPr lang="en-US" sz="800" dirty="0" smtClean="0"/>
          </a:p>
        </p:txBody>
      </p:sp>
      <p:cxnSp>
        <p:nvCxnSpPr>
          <p:cNvPr id="174" name="Прямая со стрелкой 173"/>
          <p:cNvCxnSpPr>
            <a:stCxn id="151" idx="2"/>
            <a:endCxn id="167" idx="0"/>
          </p:cNvCxnSpPr>
          <p:nvPr/>
        </p:nvCxnSpPr>
        <p:spPr>
          <a:xfrm flipH="1">
            <a:off x="7251553" y="3374101"/>
            <a:ext cx="1" cy="254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7233966" y="3323103"/>
            <a:ext cx="425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No</a:t>
            </a:r>
            <a:endParaRPr lang="ru-RU" sz="1000" b="1" dirty="0"/>
          </a:p>
        </p:txBody>
      </p:sp>
      <p:cxnSp>
        <p:nvCxnSpPr>
          <p:cNvPr id="186" name="Прямая со стрелкой 185"/>
          <p:cNvCxnSpPr>
            <a:stCxn id="167" idx="2"/>
            <a:endCxn id="83" idx="0"/>
          </p:cNvCxnSpPr>
          <p:nvPr/>
        </p:nvCxnSpPr>
        <p:spPr>
          <a:xfrm>
            <a:off x="7251553" y="3948615"/>
            <a:ext cx="0" cy="241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Соединительная линия уступом 220"/>
          <p:cNvCxnSpPr>
            <a:stCxn id="163" idx="2"/>
            <a:endCxn id="171" idx="0"/>
          </p:cNvCxnSpPr>
          <p:nvPr/>
        </p:nvCxnSpPr>
        <p:spPr>
          <a:xfrm rot="16200000" flipH="1">
            <a:off x="6354114" y="3863392"/>
            <a:ext cx="266140" cy="14935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Соединительная линия уступом 222"/>
          <p:cNvCxnSpPr>
            <a:stCxn id="274" idx="2"/>
            <a:endCxn id="171" idx="0"/>
          </p:cNvCxnSpPr>
          <p:nvPr/>
        </p:nvCxnSpPr>
        <p:spPr>
          <a:xfrm rot="5400000">
            <a:off x="7880063" y="3830819"/>
            <a:ext cx="266329" cy="15585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0" name="Соединительная линия уступом 319"/>
          <p:cNvCxnSpPr>
            <a:stCxn id="85" idx="2"/>
            <a:endCxn id="167" idx="3"/>
          </p:cNvCxnSpPr>
          <p:nvPr/>
        </p:nvCxnSpPr>
        <p:spPr>
          <a:xfrm rot="5400000">
            <a:off x="8027738" y="2888405"/>
            <a:ext cx="671390" cy="11288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" name="Прямая со стрелкой 320"/>
          <p:cNvCxnSpPr>
            <a:stCxn id="151" idx="3"/>
            <a:endCxn id="85" idx="1"/>
          </p:cNvCxnSpPr>
          <p:nvPr/>
        </p:nvCxnSpPr>
        <p:spPr>
          <a:xfrm flipV="1">
            <a:off x="7891491" y="2951747"/>
            <a:ext cx="421375" cy="1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" name="TextBox 321"/>
          <p:cNvSpPr txBox="1"/>
          <p:nvPr/>
        </p:nvSpPr>
        <p:spPr>
          <a:xfrm>
            <a:off x="7897464" y="2747064"/>
            <a:ext cx="601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Yes</a:t>
            </a:r>
            <a:endParaRPr lang="ru-RU" sz="1000" b="1" dirty="0"/>
          </a:p>
        </p:txBody>
      </p:sp>
      <p:sp>
        <p:nvSpPr>
          <p:cNvPr id="324" name="Скругленный прямоугольник 323"/>
          <p:cNvSpPr/>
          <p:nvPr/>
        </p:nvSpPr>
        <p:spPr>
          <a:xfrm>
            <a:off x="6759636" y="5674637"/>
            <a:ext cx="920522" cy="2708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store the result </a:t>
            </a:r>
            <a:endParaRPr lang="ru-RU" sz="800" dirty="0"/>
          </a:p>
        </p:txBody>
      </p:sp>
      <p:cxnSp>
        <p:nvCxnSpPr>
          <p:cNvPr id="329" name="Соединительная линия уступом 328"/>
          <p:cNvCxnSpPr>
            <a:stCxn id="171" idx="1"/>
            <a:endCxn id="324" idx="1"/>
          </p:cNvCxnSpPr>
          <p:nvPr/>
        </p:nvCxnSpPr>
        <p:spPr>
          <a:xfrm rot="10800000" flipH="1" flipV="1">
            <a:off x="6709334" y="5099379"/>
            <a:ext cx="50302" cy="710688"/>
          </a:xfrm>
          <a:prstGeom prst="bentConnector3">
            <a:avLst>
              <a:gd name="adj1" fmla="val -5583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Соединительная линия уступом 332"/>
          <p:cNvCxnSpPr>
            <a:stCxn id="324" idx="2"/>
            <a:endCxn id="4" idx="2"/>
          </p:cNvCxnSpPr>
          <p:nvPr/>
        </p:nvCxnSpPr>
        <p:spPr>
          <a:xfrm rot="5400000" flipH="1">
            <a:off x="4405408" y="3131007"/>
            <a:ext cx="5371290" cy="257688"/>
          </a:xfrm>
          <a:prstGeom prst="bentConnector4">
            <a:avLst>
              <a:gd name="adj1" fmla="val -4256"/>
              <a:gd name="adj2" fmla="val 78776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8" name="TextBox 337"/>
          <p:cNvSpPr txBox="1"/>
          <p:nvPr/>
        </p:nvSpPr>
        <p:spPr>
          <a:xfrm>
            <a:off x="6435113" y="4898225"/>
            <a:ext cx="425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No</a:t>
            </a:r>
            <a:endParaRPr lang="ru-RU" sz="1000" b="1" dirty="0"/>
          </a:p>
        </p:txBody>
      </p:sp>
      <p:sp>
        <p:nvSpPr>
          <p:cNvPr id="342" name="Скругленный прямоугольник 341"/>
          <p:cNvSpPr/>
          <p:nvPr/>
        </p:nvSpPr>
        <p:spPr>
          <a:xfrm>
            <a:off x="8156576" y="4963948"/>
            <a:ext cx="920522" cy="2708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</a:t>
            </a:r>
            <a:r>
              <a:rPr lang="en-US" sz="800" dirty="0" smtClean="0"/>
              <a:t>es = not res</a:t>
            </a:r>
            <a:endParaRPr lang="ru-RU" sz="800" dirty="0"/>
          </a:p>
        </p:txBody>
      </p:sp>
      <p:cxnSp>
        <p:nvCxnSpPr>
          <p:cNvPr id="343" name="Прямая со стрелкой 342"/>
          <p:cNvCxnSpPr>
            <a:stCxn id="171" idx="3"/>
            <a:endCxn id="342" idx="1"/>
          </p:cNvCxnSpPr>
          <p:nvPr/>
        </p:nvCxnSpPr>
        <p:spPr>
          <a:xfrm flipV="1">
            <a:off x="7758598" y="5099378"/>
            <a:ext cx="3979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6" name="TextBox 345"/>
          <p:cNvSpPr txBox="1"/>
          <p:nvPr/>
        </p:nvSpPr>
        <p:spPr>
          <a:xfrm>
            <a:off x="7742826" y="4891747"/>
            <a:ext cx="601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Yes</a:t>
            </a:r>
            <a:endParaRPr lang="ru-RU" sz="1000" b="1" dirty="0"/>
          </a:p>
        </p:txBody>
      </p:sp>
      <p:cxnSp>
        <p:nvCxnSpPr>
          <p:cNvPr id="349" name="Соединительная линия уступом 348"/>
          <p:cNvCxnSpPr>
            <a:stCxn id="342" idx="2"/>
            <a:endCxn id="324" idx="3"/>
          </p:cNvCxnSpPr>
          <p:nvPr/>
        </p:nvCxnSpPr>
        <p:spPr>
          <a:xfrm rot="5400000">
            <a:off x="7860868" y="5054098"/>
            <a:ext cx="575260" cy="9366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658089" y="1319421"/>
                <a:ext cx="3779520" cy="567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𝑟𝑖𝑔h𝑡𝑏𝑎𝑡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224 −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𝑣𝑥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89" y="1319421"/>
                <a:ext cx="3779520" cy="5672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731519" y="2108754"/>
                <a:ext cx="2455818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× 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2108754"/>
                <a:ext cx="2455818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73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00162" y="219892"/>
            <a:ext cx="1392079" cy="732156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v</a:t>
            </a:r>
            <a:r>
              <a:rPr lang="en-US" sz="3600" b="1" dirty="0" err="1" smtClean="0"/>
              <a:t>y</a:t>
            </a:r>
            <a:r>
              <a:rPr lang="en-US" sz="3600" b="1" dirty="0" smtClean="0"/>
              <a:t> = -4</a:t>
            </a:r>
            <a:endParaRPr lang="ru-RU" sz="36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069" y="1010195"/>
            <a:ext cx="8040221" cy="570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32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16286" y="140881"/>
            <a:ext cx="1356360" cy="758280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v</a:t>
            </a:r>
            <a:r>
              <a:rPr lang="en-US" sz="3600" b="1" dirty="0" err="1" smtClean="0"/>
              <a:t>x</a:t>
            </a:r>
            <a:r>
              <a:rPr lang="en-US" sz="3600" b="1" dirty="0" smtClean="0"/>
              <a:t> = 3</a:t>
            </a:r>
            <a:endParaRPr lang="ru-RU" sz="36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527" y="827315"/>
            <a:ext cx="8514599" cy="514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32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28804" y="160020"/>
            <a:ext cx="3759926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Accounting for hits</a:t>
            </a:r>
            <a:endParaRPr lang="ru-RU" sz="36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496" y="1698171"/>
            <a:ext cx="8132433" cy="401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36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81400" y="2728079"/>
            <a:ext cx="4946964" cy="1325563"/>
          </a:xfrm>
        </p:spPr>
        <p:txBody>
          <a:bodyPr/>
          <a:lstStyle/>
          <a:p>
            <a:r>
              <a:rPr lang="en-US" b="1" dirty="0" smtClean="0"/>
              <a:t>Thanks for attention!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15974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7002</TotalTime>
  <Words>167</Words>
  <Application>Microsoft Office PowerPoint</Application>
  <PresentationFormat>Широкоэкранный</PresentationFormat>
  <Paragraphs>47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Тема Office</vt:lpstr>
      <vt:lpstr>The game of tennis</vt:lpstr>
      <vt:lpstr>System architecture</vt:lpstr>
      <vt:lpstr>Презентация PowerPoint</vt:lpstr>
      <vt:lpstr>BatReflectVy</vt:lpstr>
      <vt:lpstr>Bats</vt:lpstr>
      <vt:lpstr>Презентация PowerPoint</vt:lpstr>
      <vt:lpstr>AI</vt:lpstr>
      <vt:lpstr>AI algorithm</vt:lpstr>
      <vt:lpstr>vy = -4</vt:lpstr>
      <vt:lpstr>vx = 3</vt:lpstr>
      <vt:lpstr>Accounting for hits</vt:lpstr>
      <vt:lpstr>Thanks for attention!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game of tennis</dc:title>
  <dc:creator>Аня</dc:creator>
  <cp:lastModifiedBy>Учетная запись Майкрософт</cp:lastModifiedBy>
  <cp:revision>91</cp:revision>
  <dcterms:created xsi:type="dcterms:W3CDTF">2026-03-31T13:32:47Z</dcterms:created>
  <dcterms:modified xsi:type="dcterms:W3CDTF">2026-05-13T01:45:00Z</dcterms:modified>
</cp:coreProperties>
</file>